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296" y="5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2942934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0" descr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" descr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" descr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" descr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" descr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" descr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" descr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" descr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" descr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" descr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" descr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2" descr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3" descr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4" descr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5" descr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6" descr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7" descr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8" descr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9" descr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0" descr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1" descr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2" descr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3" descr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4" descr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5" descr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6" descr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7" descr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8" descr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9" descr="Slid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0" descr="Slid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1" descr="Slid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2" descr="Slid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3" descr="Slid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4" descr="Slid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5" descr="Slid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6" descr="Slid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7" descr="Slid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8" descr="Slid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9" descr="Slid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0" descr="Slid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1" descr="Slid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2" descr="Slid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3" descr="Slid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4" descr="Slid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5" descr="Slid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6" descr="Slid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7" descr="Slid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8" descr="Slid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9" descr="Slid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0" descr="Slid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1" descr="Slid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2" descr="Slid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3" descr="Slid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4" descr="Slid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5" descr="Slid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6" descr="Slid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7" descr="Slid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8" descr="Slid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9" descr="Slid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1">
  <a:themeElements>
    <a:clrScheme name="Theme8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On-screen Show (4:3)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Theme81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jyoti</cp:lastModifiedBy>
  <cp:revision>3</cp:revision>
  <dcterms:created xsi:type="dcterms:W3CDTF">2025-02-24T16:04:28Z</dcterms:created>
  <dcterms:modified xsi:type="dcterms:W3CDTF">2025-02-25T04:01:24Z</dcterms:modified>
  <cp:category/>
  <cp:contentStatus/>
</cp:coreProperties>
</file>