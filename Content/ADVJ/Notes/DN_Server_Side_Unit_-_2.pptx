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slide" Target="slides/slide39.xml"/>
  <Relationship Id="rId42" Type="http://schemas.openxmlformats.org/officeDocument/2006/relationships/slide" Target="slides/slide40.xml"/>
  <Relationship Id="rId43" Type="http://schemas.openxmlformats.org/officeDocument/2006/relationships/slide" Target="slides/slide41.xml"/>
  <Relationship Id="rId44" Type="http://schemas.openxmlformats.org/officeDocument/2006/relationships/slide" Target="slides/slide42.xml"/>
  <Relationship Id="rId45" Type="http://schemas.openxmlformats.org/officeDocument/2006/relationships/slide" Target="slides/slide43.xml"/>
  <Relationship Id="rId46" Type="http://schemas.openxmlformats.org/officeDocument/2006/relationships/slide" Target="slides/slide44.xml"/>
  <Relationship Id="rId47" Type="http://schemas.openxmlformats.org/officeDocument/2006/relationships/slide" Target="slides/slide45.xml"/>
  <Relationship Id="rId48" Type="http://schemas.openxmlformats.org/officeDocument/2006/relationships/slide" Target="slides/slide46.xml"/>
  <Relationship Id="rId49" Type="http://schemas.openxmlformats.org/officeDocument/2006/relationships/slide" Target="slides/slide47.xml"/>
  <Relationship Id="rId50" Type="http://schemas.openxmlformats.org/officeDocument/2006/relationships/slide" Target="slides/slide48.xml"/>
  <Relationship Id="rId51" Type="http://schemas.openxmlformats.org/officeDocument/2006/relationships/slide" Target="slides/slide49.xml"/>
  <Relationship Id="rId52" Type="http://schemas.openxmlformats.org/officeDocument/2006/relationships/slide" Target="slides/slide50.xml"/>
  <Relationship Id="rId53" Type="http://schemas.openxmlformats.org/officeDocument/2006/relationships/slide" Target="slides/slide51.xml"/>
  <Relationship Id="rId54" Type="http://schemas.openxmlformats.org/officeDocument/2006/relationships/slide" Target="slides/slide52.xml"/>
  <Relationship Id="rId55" Type="http://schemas.openxmlformats.org/officeDocument/2006/relationships/slide" Target="slides/slide53.xml"/>
  <Relationship Id="rId56" Type="http://schemas.openxmlformats.org/officeDocument/2006/relationships/slide" Target="slides/slide54.xml"/>
  <Relationship Id="rId57" Type="http://schemas.openxmlformats.org/officeDocument/2006/relationships/slide" Target="slides/slide55.xml"/>
  <Relationship Id="rId58" Type="http://schemas.openxmlformats.org/officeDocument/2006/relationships/slide" Target="slides/slide56.xml"/>
  <Relationship Id="rId59" Type="http://schemas.openxmlformats.org/officeDocument/2006/relationships/slide" Target="slides/slide57.xml"/>
  <Relationship Id="rId60" Type="http://schemas.openxmlformats.org/officeDocument/2006/relationships/slide" Target="slides/slide58.xml"/>
  <Relationship Id="rId61" Type="http://schemas.openxmlformats.org/officeDocument/2006/relationships/slide" Target="slides/slide59.xml"/>
  <Relationship Id="rId62" Type="http://schemas.openxmlformats.org/officeDocument/2006/relationships/slide" Target="slides/slide60.xml"/>
  <Relationship Id="rId63" Type="http://schemas.openxmlformats.org/officeDocument/2006/relationships/slide" Target="slides/slide61.xml"/>
  <Relationship Id="rId64" Type="http://schemas.openxmlformats.org/officeDocument/2006/relationships/slide" Target="slides/slide62.xml"/>
  <Relationship Id="rId65" Type="http://schemas.openxmlformats.org/officeDocument/2006/relationships/slide" Target="slides/slide63.xml"/>
  <Relationship Id="rId66" Type="http://schemas.openxmlformats.org/officeDocument/2006/relationships/slide" Target="slides/slide64.xml"/>
  <Relationship Id="rId67" Type="http://schemas.openxmlformats.org/officeDocument/2006/relationships/slide" Target="slides/slide65.xml"/>
  <Relationship Id="rId68" Type="http://schemas.openxmlformats.org/officeDocument/2006/relationships/slide" Target="slides/slide66.xml"/>
  <Relationship Id="rId69" Type="http://schemas.openxmlformats.org/officeDocument/2006/relationships/slide" Target="slides/slide67.xml"/>
  <Relationship Id="rId70" Type="http://schemas.openxmlformats.org/officeDocument/2006/relationships/slide" Target="slides/slide68.xml"/>
  <Relationship Id="rId71" Type="http://schemas.openxmlformats.org/officeDocument/2006/relationships/slide" Target="slides/slide69.xml"/>
  <Relationship Id="rId72" Type="http://schemas.openxmlformats.org/officeDocument/2006/relationships/slide" Target="slides/slide70.xml"/>
  <Relationship Id="rId73" Type="http://schemas.openxmlformats.org/officeDocument/2006/relationships/slide" Target="slides/slide71.xml"/>
  <Relationship Id="rId74" Type="http://schemas.openxmlformats.org/officeDocument/2006/relationships/slide" Target="slides/slide72.xml"/>
  <Relationship Id="rId75" Type="http://schemas.openxmlformats.org/officeDocument/2006/relationships/slide" Target="slides/slide73.xml"/>
  <Relationship Id="rId76" Type="http://schemas.openxmlformats.org/officeDocument/2006/relationships/slide" Target="slides/slide74.xml"/>
  <Relationship Id="rId77" Type="http://schemas.openxmlformats.org/officeDocument/2006/relationships/slide" Target="slides/slide75.xml"/>
  <Relationship Id="rId78" Type="http://schemas.openxmlformats.org/officeDocument/2006/relationships/slide" Target="slides/slide76.xml"/>
  <Relationship Id="rId79" Type="http://schemas.openxmlformats.org/officeDocument/2006/relationships/slide" Target="slides/slide77.xml"/>
  <Relationship Id="rId80" Type="http://schemas.openxmlformats.org/officeDocument/2006/relationships/slide" Target="slides/slide78.xml"/>
  <Relationship Id="rId81" Type="http://schemas.openxmlformats.org/officeDocument/2006/relationships/slide" Target="slides/slide79.xml"/>
  <Relationship Id="rId82" Type="http://schemas.openxmlformats.org/officeDocument/2006/relationships/slide" Target="slides/slide80.xml"/>
  <Relationship Id="rId83" Type="http://schemas.openxmlformats.org/officeDocument/2006/relationships/slide" Target="slides/slide81.xml"/>
  <Relationship Id="rId84" Type="http://schemas.openxmlformats.org/officeDocument/2006/relationships/slide" Target="slides/slide82.xml"/>
  <Relationship Id="rId85" Type="http://schemas.openxmlformats.org/officeDocument/2006/relationships/slide" Target="slides/slide83.xml"/>
  <Relationship Id="rId86" Type="http://schemas.openxmlformats.org/officeDocument/2006/relationships/slide" Target="slides/slide84.xml"/>
  <Relationship Id="rId87" Type="http://schemas.openxmlformats.org/officeDocument/2006/relationships/slide" Target="slides/slide85.xml"/>
  <Relationship Id="rId88" Type="http://schemas.openxmlformats.org/officeDocument/2006/relationships/slide" Target="slides/slide86.xml"/>
  <Relationship Id="rId89" Type="http://schemas.openxmlformats.org/officeDocument/2006/relationships/slide" Target="slides/slide87.xml"/>
  <Relationship Id="rId90" Type="http://schemas.openxmlformats.org/officeDocument/2006/relationships/slide" Target="slides/slide88.xml"/>
  <Relationship Id="rId91" Type="http://schemas.openxmlformats.org/officeDocument/2006/relationships/slide" Target="slides/slide89.xml"/>
  <Relationship Id="rId92" Type="http://schemas.openxmlformats.org/officeDocument/2006/relationships/slide" Target="slides/slide90.xml"/>
  <Relationship Id="rId93" Type="http://schemas.openxmlformats.org/officeDocument/2006/relationships/slide" Target="slides/slide91.xml"/>
  <Relationship Id="rId94" Type="http://schemas.openxmlformats.org/officeDocument/2006/relationships/slide" Target="slides/slide92.xml"/>
  <Relationship Id="rId95" Type="http://schemas.openxmlformats.org/officeDocument/2006/relationships/slide" Target="slides/slide93.xml"/>
  <Relationship Id="rId96" Type="http://schemas.openxmlformats.org/officeDocument/2006/relationships/slide" Target="slides/slide94.xml"/>
  <Relationship Id="rId97" Type="http://schemas.openxmlformats.org/officeDocument/2006/relationships/slide" Target="slides/slide95.xml"/>
  <Relationship Id="rId98" Type="http://schemas.openxmlformats.org/officeDocument/2006/relationships/slide" Target="slides/slide96.xml"/>
  <Relationship Id="rId99" Type="http://schemas.openxmlformats.org/officeDocument/2006/relationships/slide" Target="slides/slide97.xml"/>
  <Relationship Id="rId100" Type="http://schemas.openxmlformats.org/officeDocument/2006/relationships/slide" Target="slides/slide98.xml"/>
  <Relationship Id="rId101" Type="http://schemas.openxmlformats.org/officeDocument/2006/relationships/slide" Target="slides/slide99.xml"/>
  <Relationship Id="rId102" Type="http://schemas.openxmlformats.org/officeDocument/2006/relationships/slide" Target="slides/slide100.xml"/>
  <Relationship Id="rId103" Type="http://schemas.openxmlformats.org/officeDocument/2006/relationships/slide" Target="slides/slide101.xml"/>
  <Relationship Id="rId104" Type="http://schemas.openxmlformats.org/officeDocument/2006/relationships/slide" Target="slides/slide102.xml"/>
  <Relationship Id="rId105" Type="http://schemas.openxmlformats.org/officeDocument/2006/relationships/slide" Target="slides/slide103.xml"/>
  <Relationship Id="rId106" Type="http://schemas.openxmlformats.org/officeDocument/2006/relationships/slide" Target="slides/slide104.xml"/>
  <Relationship Id="rId107" Type="http://schemas.openxmlformats.org/officeDocument/2006/relationships/slide" Target="slides/slide105.xml"/>
  <Relationship Id="rId108" Type="http://schemas.openxmlformats.org/officeDocument/2006/relationships/slide" Target="slides/slide106.xml"/>
  <Relationship Id="rId109" Type="http://schemas.openxmlformats.org/officeDocument/2006/relationships/slide" Target="slides/slide107.xml"/>
  <Relationship Id="rId110" Type="http://schemas.openxmlformats.org/officeDocument/2006/relationships/slide" Target="slides/slide108.xml"/>
  <Relationship Id="rId111" Type="http://schemas.openxmlformats.org/officeDocument/2006/relationships/slide" Target="slides/slide109.xml"/>
  <Relationship Id="rId112" Type="http://schemas.openxmlformats.org/officeDocument/2006/relationships/slide" Target="slides/slide110.xml"/>
  <Relationship Id="rId113" Type="http://schemas.openxmlformats.org/officeDocument/2006/relationships/slide" Target="slides/slide111.xml"/>
  <Relationship Id="rId114" Type="http://schemas.openxmlformats.org/officeDocument/2006/relationships/slide" Target="slides/slide112.xml"/>
  <Relationship Id="rId115" Type="http://schemas.openxmlformats.org/officeDocument/2006/relationships/slide" Target="slides/slide113.xml"/>
  <Relationship Id="rId116" Type="http://schemas.openxmlformats.org/officeDocument/2006/relationships/slide" Target="slides/slide114.xml"/>
  <Relationship Id="rId117" Type="http://schemas.openxmlformats.org/officeDocument/2006/relationships/slide" Target="slides/slide115.xml"/>
  <Relationship Id="rId118" Type="http://schemas.openxmlformats.org/officeDocument/2006/relationships/slide" Target="slides/slide116.xml"/>
  <Relationship Id="rId119" Type="http://schemas.openxmlformats.org/officeDocument/2006/relationships/presProps" Target="presProps.xml"/>
  <Relationship Id="rId120" Type="http://schemas.openxmlformats.org/officeDocument/2006/relationships/viewProps" Target="viewProps.xml"/>
  <Relationship Id="rId12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2942882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5f2f83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00dd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10a2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2171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351d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46a7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5849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6bf7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7e4e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8f2d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ab06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baa6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cb70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dfd0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0f25d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103db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116c6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1263c18.jp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139bb19.jp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14bdf20.jp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15ed821.jp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171c922.jp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183a823.jp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1952524.jp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1a63025.jp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1bea926.jp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1d72f27.jp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1efae28.jp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20fa129.jpg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2323530.jpg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242ca31.jpg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252fb32.jp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2695233.jpg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2858b34.jpg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2a58535.jpg"/>
</Relationships>
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2b5db36.jpg"/>
</Relationships>
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2cc3437.jpg"/>
</Relationships>
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2e08d38.jpg"/>
</Relationships>
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2f76b39.jpg"/>
</Relationships>
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318ca40.jpg"/>
</Relationships>
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3292241.jpg"/>
</Relationships>
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338aa42.jpg"/>
</Relationships>
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34acb43.jpg"/>
</Relationships>
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35cfe44.jpg"/>
</Relationships>
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36e8845.jpg"/>
</Relationships>
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380c446.jpg"/>
</Relationships>
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391e747.jpg"/>
</Relationships>
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3a4f748.jpg"/>
</Relationships>
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3b88949.jpg"/>
</Relationships>
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3cb5c50.jpg"/>
</Relationships>
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3e02651.jpg"/>
</Relationships>
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3f24252.jpg"/>
</Relationships>
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4047553.jpg"/>
</Relationships>

</file>

<file path=ppt/slides/_rels/slide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4175254.jpg"/>
</Relationships>

</file>

<file path=ppt/slides/_rels/slide5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4279555.jpg"/>
</Relationships>

</file>

<file path=ppt/slides/_rels/slide5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43a9356.jpg"/>
</Relationships>

</file>

<file path=ppt/slides/_rels/slide5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44c9357.jpg"/>
</Relationships>

</file>

<file path=ppt/slides/_rels/slide5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4641858.jpg"/>
</Relationships>

</file>

<file path=ppt/slides/_rels/slide5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47cb059.jpg"/>
</Relationships>

</file>

<file path=ppt/slides/_rels/slide6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497d160.jpg"/>
</Relationships>

</file>

<file path=ppt/slides/_rels/slide6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4b16361.jpg"/>
</Relationships>
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4ca5b62.jpg"/>
</Relationships>
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4e30163.jpg"/>
</Relationships>
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4f42a64.jpg"/>
</Relationships>

</file>

<file path=ppt/slides/_rels/slide6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041965.jpg"/>
</Relationships>

</file>

<file path=ppt/slides/_rels/slide6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1c8366.jpg"/>
</Relationships>

</file>

<file path=ppt/slides/_rels/slide6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2c8f67.jpg"/>
</Relationships>

</file>

<file path=ppt/slides/_rels/slide6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3ce868.jpg"/>
</Relationships>

</file>

<file path=ppt/slides/_rels/slide6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4fc669.jpg"/>
</Relationships>

</file>

<file path=ppt/slides/_rels/slide7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62ee70.jpg"/>
</Relationships>

</file>

<file path=ppt/slides/_rels/slide7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734b71.jpg"/>
</Relationships>

</file>

<file path=ppt/slides/_rels/slide7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849272.jpg"/>
</Relationships>

</file>

<file path=ppt/slides/_rels/slide7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95dd73.jpg"/>
</Relationships>

</file>

<file path=ppt/slides/_rels/slide7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a79074.jpg"/>
</Relationships>

</file>

<file path=ppt/slides/_rels/slide7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c04075.jpg"/>
</Relationships>

</file>

<file path=ppt/slides/_rels/slide7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d14976.jpg"/>
</Relationships>

</file>

<file path=ppt/slides/_rels/slide7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e16877.jpg"/>
</Relationships>

</file>

<file path=ppt/slides/_rels/slide7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5f15178.jpg"/>
</Relationships>

</file>

<file path=ppt/slides/_rels/slide7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6020679.jpg"/>
</Relationships>

</file>

<file path=ppt/slides/_rels/slide8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6145980.jpg"/>
</Relationships>

</file>

<file path=ppt/slides/_rels/slide8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6260e81.jpg"/>
</Relationships>

</file>

<file path=ppt/slides/_rels/slide8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636ab82.jpg"/>
</Relationships>

</file>

<file path=ppt/slides/_rels/slide8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64d6783.jpg"/>
</Relationships>

</file>

<file path=ppt/slides/_rels/slide8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65f2784.jpg"/>
</Relationships>

</file>

<file path=ppt/slides/_rels/slide8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6712d85.jpg"/>
</Relationships>

</file>

<file path=ppt/slides/_rels/slide8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682ae86.jpg"/>
</Relationships>

</file>

<file path=ppt/slides/_rels/slide8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695bf87.jpg"/>
</Relationships>

</file>

<file path=ppt/slides/_rels/slide8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6a73f88.jpg"/>
</Relationships>

</file>

<file path=ppt/slides/_rels/slide8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6bd1b89.jpg"/>
</Relationships>

</file>

<file path=ppt/slides/_rels/slide9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6d35890.jpg"/>
</Relationships>

</file>

<file path=ppt/slides/_rels/slide9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6e65191.jpg"/>
</Relationships>

</file>

<file path=ppt/slides/_rels/slide9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7030192.jpg"/>
</Relationships>

</file>

<file path=ppt/slides/_rels/slide9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713c693.jpg"/>
</Relationships>

</file>

<file path=ppt/slides/_rels/slide9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7259294.jpg"/>
</Relationships>

</file>

<file path=ppt/slides/_rels/slide9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737be95.jpg"/>
</Relationships>

</file>

<file path=ppt/slides/_rels/slide9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7495596.jpg"/>
</Relationships>

</file>

<file path=ppt/slides/_rels/slide9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7629d97.jpg"/>
</Relationships>

</file>

<file path=ppt/slides/_rels/slide9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774d398.jpg"/>
</Relationships>

</file>

<file path=ppt/slides/_rels/slide9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785f899.jpg"/>
</Relationships>

</file>

<file path=ppt/slides/_rels/slide10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7a0fe100.jpg"/>
</Relationships>

</file>

<file path=ppt/slides/_rels/slide10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7b350101.jpg"/>
</Relationships>

</file>

<file path=ppt/slides/_rels/slide10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7d072102.jpg"/>
</Relationships>

</file>

<file path=ppt/slides/_rels/slide10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7e3ad103.jpg"/>
</Relationships>

</file>

<file path=ppt/slides/_rels/slide10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7f63b104.jpg"/>
</Relationships>

</file>

<file path=ppt/slides/_rels/slide10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8083f105.jpg"/>
</Relationships>

</file>

<file path=ppt/slides/_rels/slide10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81a9b106.jpg"/>
</Relationships>

</file>

<file path=ppt/slides/_rels/slide10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82cf5107.jpg"/>
</Relationships>

</file>

<file path=ppt/slides/_rels/slide10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840b8108.jpg"/>
</Relationships>

</file>

<file path=ppt/slides/_rels/slide10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85443109.jpg"/>
</Relationships>

</file>

<file path=ppt/slides/_rels/slide1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8635c110.jpg"/>
</Relationships>

</file>

<file path=ppt/slides/_rels/slide1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8764f111.jpg"/>
</Relationships>

</file>

<file path=ppt/slides/_rels/slide1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88692112.jpg"/>
</Relationships>

</file>

<file path=ppt/slides/_rels/slide1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898b1113.jpg"/>
</Relationships>

</file>

<file path=ppt/slides/_rels/slide1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8ab1e114.jpg"/>
</Relationships>

</file>

<file path=ppt/slides/_rels/slide1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8babe115.jpg"/>
</Relationships>

</file>

<file path=ppt/slides/_rels/slide1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mp_image_67bc96868cb97116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0" descr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" descr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" descr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" descr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" descr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" descr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6" descr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7" descr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8" descr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9" descr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0" descr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1" descr="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2" descr="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3" descr="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4" descr="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5" descr="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6" descr="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7" descr="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8" descr="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9" descr="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0" descr="Slid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1" descr="Slid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2" descr="Slid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3" descr="Slid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4" descr="Sli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5" descr="Slid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6" descr="Slid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7" descr="Slid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8" descr="Slid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29" descr="Slid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0" descr="Slid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1" descr="Slid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2" descr="Slid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3" descr="Slid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4" descr="Slid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5" descr="Slid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6" descr="Slid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7" descr="Slid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8" descr="Slid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39" descr="Slid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0" descr="Slid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1" descr="Slid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2" descr="Slid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3" descr="Slid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4" descr="Slid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5" descr="Slid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6" descr="Slid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7" descr="Slid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8" descr="Slid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49" descr="Slid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0" descr="Slide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1" descr="Slid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2" descr="Slid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3" descr="Slid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4" descr="Slid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5" descr="Slid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6" descr="Slid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7" descr="Slid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8" descr="Slid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59" descr="Slid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60" descr="Slide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61" descr="Slid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62" descr="Slide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63" descr="Slid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64" descr="Slid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65" descr="Slid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66" descr="Slide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67" descr="Slid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68" descr="Slide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69" descr="Slid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70" descr="Slide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71" descr="Slid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72" descr="Slide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73" descr="Slide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74" descr="Slide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75" descr="Slide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76" descr="Slide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77" descr="Slid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78" descr="Slide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79" descr="Slid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80" descr="Slide 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81" descr="Slid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82" descr="Slide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83" descr="Slid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84" descr="Slide 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85" descr="Slid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86" descr="Slide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87" descr="Slid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88" descr="Slide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89" descr="Slid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90" descr="Slide 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91" descr="Slide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92" descr="Slide 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93" descr="Slid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94" descr="Slide 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95" descr="Slide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96" descr="Slide 9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97" descr="Slid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98" descr="Slide 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99" descr="Slid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00" descr="Slide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01" descr="Slide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02" descr="Slide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03" descr="Slid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04" descr="Slide 1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05" descr="Slid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06" descr="Slide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07" descr="Slide 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08" descr="Slide 1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09" descr="Slide 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10" descr="Slide 1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11" descr="Slid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12" descr="Slide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13" descr="Slid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14" descr="Slide 1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58000"/>
          <a:chOff x="0" y="9525"/>
          <a:chExt cx="9144000" cy="6858000"/>
        </a:xfrm>
      </p:grpSpPr>
      <p:pic>
        <p:nvPicPr>
          <p:cNvPr id="2" name="Image 115" descr="Slid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48475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51">
  <a:themeElements>
    <a:clrScheme name="Theme5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2025-02-24T15:55:49Z</dcterms:created>
  <dcterms:modified xsi:type="dcterms:W3CDTF">2025-02-24T15:55:49Z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